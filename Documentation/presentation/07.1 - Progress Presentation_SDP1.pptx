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D4Kl0eymbPsSACaHDcTfhYrGF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6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3715cfd4a_0_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03715cfd4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715cfd4a_0_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715cfd4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Final Year Project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/>
              <a:t>Complete Project Title – Can Occupy 2-3 Lines</a:t>
            </a:r>
            <a:endParaRPr/>
          </a:p>
          <a:p>
            <a:pPr marL="6350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/>
              <a:t>Supervised By: Full Name (Designation)</a:t>
            </a:r>
            <a:endParaRPr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Introduction and Background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Literature Review and Summary Table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Problem Statement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Methodology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Progress Report Summary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Requirements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Software System (Design + Implementation + Testing)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Endeavour (Team)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Next Steps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Prototype / Report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 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 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 and Summary Table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3715cfd4a_0_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2" name="Google Shape;122;g203715cfd4a_0_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715cfd4a_0_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28" name="Google Shape;128;g203715cfd4a_0_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&lt;Add diagram according to your project domain i.e., Methodology diagram (AI, IOT </a:t>
            </a:r>
            <a:r>
              <a:rPr lang="en-US" dirty="0" err="1"/>
              <a:t>etc</a:t>
            </a:r>
            <a:r>
              <a:rPr lang="en-US" dirty="0"/>
              <a:t>) OR Flow chart (Data Structures, Algorithms </a:t>
            </a:r>
            <a:r>
              <a:rPr lang="en-US" dirty="0" err="1"/>
              <a:t>etc</a:t>
            </a:r>
            <a:r>
              <a:rPr lang="en-US" dirty="0"/>
              <a:t>)&gt;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&lt;Also explain </a:t>
            </a:r>
            <a:r>
              <a:rPr lang="en-US"/>
              <a:t>all steps in </a:t>
            </a:r>
            <a:r>
              <a:rPr lang="en-US" dirty="0"/>
              <a:t>bullet points&gt;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PROGRESS REPORT</a:t>
            </a:r>
            <a:br>
              <a:rPr lang="en-US"/>
            </a:br>
            <a:r>
              <a:rPr lang="en-US"/>
              <a:t>SUMMARY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of Different Users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???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Cases / User Stories: ???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 &amp; Non Functional Requirements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</a:t>
            </a:r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Deployment Diagram Representing  Hardware/Software Components in your System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</a:t>
            </a:r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Detailed Design (Optional based on your work)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UML Diagrams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ERD (if DB used)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Development Tools &amp; Technologies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Best Practices / Coding Standards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Libraries / Components / Web Services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???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roles of your team members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your software development process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your way of working as a team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Breakdown Structure</a:t>
            </a:r>
            <a:br>
              <a:rPr lang="en-US"/>
            </a:br>
            <a:r>
              <a:rPr lang="en-US" sz="1400"/>
              <a:t>(List of all Deliverables / Strikethrough Completed Deliverables)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/>
              <a:t>Sub Deliverable 1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3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1 of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1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3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4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. . 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 &amp; REPORT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</a:t>
            </a:r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Report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1: Introduction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2: Literature Review / Market Survey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3: Requirements and Design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4: Implementation and Test Cases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5: Experiment Results and Analysis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6: Conclusion &amp; Future Direction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345</Words>
  <Application>Microsoft Office PowerPoint</Application>
  <PresentationFormat>On-screen Show (4:3)</PresentationFormat>
  <Paragraphs>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Final Year Project</vt:lpstr>
      <vt:lpstr>Project Team</vt:lpstr>
      <vt:lpstr>Table of Content</vt:lpstr>
      <vt:lpstr>INTRODUCTION AND BACKGROUND </vt:lpstr>
      <vt:lpstr>Introduction and Background </vt:lpstr>
      <vt:lpstr>Literature Review and Summary Table</vt:lpstr>
      <vt:lpstr>Problem Statement</vt:lpstr>
      <vt:lpstr>Methodology</vt:lpstr>
      <vt:lpstr>PROGRESS REPORT SUMMARY</vt:lpstr>
      <vt:lpstr>Requirements</vt:lpstr>
      <vt:lpstr>Design</vt:lpstr>
      <vt:lpstr>Design</vt:lpstr>
      <vt:lpstr>Implementation</vt:lpstr>
      <vt:lpstr>Testing</vt:lpstr>
      <vt:lpstr>ENDEAVOUR</vt:lpstr>
      <vt:lpstr>Endeavour</vt:lpstr>
      <vt:lpstr>NEXT STEPS</vt:lpstr>
      <vt:lpstr>Work Breakdown Structure (List of all Deliverables / Strikethrough Completed Deliverables)</vt:lpstr>
      <vt:lpstr>Challenges</vt:lpstr>
      <vt:lpstr>PROTOTYPE &amp; REPORT</vt:lpstr>
      <vt:lpstr>Prototype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Muhammad Aadil ur Rehman</cp:lastModifiedBy>
  <cp:revision>2</cp:revision>
  <dcterms:created xsi:type="dcterms:W3CDTF">2013-01-22T07:04:44Z</dcterms:created>
  <dcterms:modified xsi:type="dcterms:W3CDTF">2023-05-19T11:12:22Z</dcterms:modified>
</cp:coreProperties>
</file>